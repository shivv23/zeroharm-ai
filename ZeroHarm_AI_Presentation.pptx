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77440"/>
            <a:ext cx="27432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ZeroHarm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CDDEE"/>
                </a:solidFill>
                <a:latin typeface="Calibri"/>
              </a:defRPr>
            </a:pPr>
            <a:r>
              <a:t>Industrial Safety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Calibri"/>
              </a:defRPr>
            </a:pPr>
            <a:r>
              <a:t>ET AI Hackathon 2026 — Problem Statement 1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120640"/>
            <a:ext cx="1005840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EFF"/>
                </a:solidFill>
                <a:latin typeface="Calibri"/>
              </a:defRPr>
            </a:pPr>
            <a:r>
              <a:t>Created by Shivam Kumar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DDEE"/>
                </a:solidFill>
                <a:latin typeface="Calibri"/>
              </a:defRPr>
            </a:pPr>
            <a:r>
              <a:t>On January 20, 2025, the Visakhapatnam Steel Plant suffered a catastrophic explosion. Eight workers died. Twelve were injured. The root cause — gas pressure sensors showed warning signals, but no intelligence layer connected those readings to operational decisions.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3291840" cy="18288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Siloed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Sensor data, permit systems, incident reports, and compliance logs exist in isolation. No unified view of plant safety.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43200"/>
            <a:ext cx="3291840" cy="18288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880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Reactive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200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Incidents are caught after they happen. Root cause analysis is manual and slow. No predictive capability.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743200"/>
            <a:ext cx="3291840" cy="18288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No Safe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200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No way to model 'what-if' scenarios without risking real operations. Emergency drills are disconnected from live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EFF"/>
                </a:solidFill>
                <a:latin typeface="Calibri"/>
              </a:defRPr>
            </a:pPr>
            <a:r>
              <a:t>"Sensor data without an intelligence layer is just noise."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DDEE"/>
                </a:solidFill>
                <a:latin typeface="Calibri"/>
              </a:defRPr>
            </a:pPr>
            <a:r>
              <a:t>ZeroHarm AI bridges the gap between raw industrial sensor data and safety-critical decisions through a multi-agent architecture that detects compound risks — where multiple minor issues combine into a critical threat — before they become catastrophes.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Compound Risk Detection Engine — correlates sensor readings, permit activity, and maintenance status in real time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Digital Twin Aggregator — unified plant health dashboard with 25+ live KPI metrics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Real-time WebSocket Push — 2-second update cycle to all connected clients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Machine Learning — Isolation Forest anomaly detection &amp; predictive risk forecasting with graceful fallback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Interactive Simulation — What-If scenario modeling and Emergency Response orchestration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Regulatory Compliance — Automated audit, reporting, and CAPA workflows against OSHA, EPA, ISO, OISD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Presentation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React 18 + WebSocket</a:t>
            </a:r>
            <a:br/>
            <a:r>
              <a:t>Geospatial SVG Heatmap, Dashboards, Chat Widget</a:t>
            </a:r>
            <a:br/>
            <a:r>
              <a:t>Real-time state via WebSocket push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14800" y="1645920"/>
            <a:ext cx="548640" cy="274320"/>
          </a:xfrm>
          <a:prstGeom prst="rightArrow">
            <a:avLst/>
          </a:prstGeom>
          <a:solidFill>
            <a:srgbClr val="88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API Gateway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7373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FastAPI + Uvicorn</a:t>
            </a:r>
            <a:br/>
            <a:r>
              <a:t>55+ REST Endpoints, WebSocket Server</a:t>
            </a:r>
            <a:br/>
            <a:r>
              <a:t>JWT Auth, RBAC, Rate Limiting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229600" y="1645920"/>
            <a:ext cx="548640" cy="274320"/>
          </a:xfrm>
          <a:prstGeom prst="rightArrow">
            <a:avLst/>
          </a:prstGeom>
          <a:solidFill>
            <a:srgbClr val="88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Orchestration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7373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Multi-Agent Python Engine</a:t>
            </a:r>
            <a:br/>
            <a:r>
              <a:t>Compound Risk, Emergency Response</a:t>
            </a:r>
            <a:br/>
            <a:r>
              <a:t>What-If Simulator, 15+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17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18 Agent Modules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Sensor Monitor Agent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Permit Activity Agent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Maintenance Status Agent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Fusion Supervisor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Quality Compliance Agent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Anomaly Detector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Predictive Risk Forecaster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Root Cause Analyzer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Digital Twin Aggregator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38328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Emergency Response Orchestrator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Incident Pattern Intelligence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Alert Triage Engine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Personnel Tracker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Environmental Monitor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Equipment Health Monitor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Safety Observation System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Chat Assistant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Report Generator (ReportLab)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Features — Core 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Compound Risk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Multi-factor correlation of sensor, permit, and maintenance data to detect cascading failure risks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46304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39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Geospatial Risk Heatmap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39" y="19202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10-zone SVG plant layout with color-coded risk overlay, sensor dots, and permit badges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46304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Emergency Response Orchestration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9202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Full trigger, mustering, event log, and resolution lifecycle with real-time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8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What-If Simulator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Pre-built and custom scenario modeling with live risk impact — gas leak, fire, power loss, etc.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59" y="384048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39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Digital Twin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39" y="42976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Unified plant pulse with KPI gauges — health, risk, sensors, compliance, zones, alerts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84048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Root Cause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2976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Causal chain engine with 5-Why analysis, confidence scoring, and prioritized recommendations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Features — Advanced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Cost of Safety Dashboard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Financial translation: total cost, regulatory fines, risk exposure, prevention savings with charts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28016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Anomaly Detection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Isolation Forest on sensor history with z-score confidence — flags unusual patterns in real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28016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Predictive Risk Forecast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5-step trend projection with direction indicators (rising / stable / falling)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Safety Gamification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Per-zone leaderboard, trophies for top zones, warning flags for bottom zones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56032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Alert Triage Engine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Per-alert urgency scoring with prioritized response actions — evacuate / dispatch / isolate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56032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AI Chat Assistant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Natural-language query interface with live plant context injection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79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Personnel Tracker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Zone occupancy, hazard exposure tracking, emergency mustering drills with 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840479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Environmental Monitoring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Per-zone air quality — CO, NOx, SO2, PM, VOCs — against regulatory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840479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Equipment Health Monitor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Real-time health scores for critical assets with remaining useful life estimates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Safety Observations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Worker-submitted hazard reports with type/severity classification and trend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51206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Compliance Audit Agent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Automated 32-check audits with weighted scoring and regulatory standard mapping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51206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Regulatory Reporter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Automated PDF report generation against OSHA, EPA, ISO, NFPA, OISD standards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React 18, Webpack 5, SVG, CSS-in-JS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Python 3.13, FastAPI, Uvicorn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8308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Communication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WebSocket (real-time push, 2s interval) + REST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78892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scikit-learn (Isolation Forest, Linear Regression — graceful fallback)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78892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83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SQLite + SQLAlchemy async (aiosqlite)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79476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383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Authentication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JWT (PyJWT) + bcrypt password hashing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79476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PDF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ReportLab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80060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389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Containerization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Docker, docker-compose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80060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394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AWS EC2 (t2.micro)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80644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394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Data Generation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NumPy-based synthetic simulation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 Flow &amp; Simulation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DDEE"/>
                </a:solidFill>
                <a:latin typeface="Calibri"/>
              </a:defRPr>
            </a:pPr>
            <a:r>
              <a:t>The entire platform runs on a continuous 2-second simulation loop: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1. SyntheticDataGenerator.step() produces fresh sensor readings, permit states, zone risks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2. Plant state persisted to SQLite via save_plant_state, save_sensor_reading, save_permit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3. CompoundRiskDetectionEngine.run_async() fuses sensor + permit + maintenance data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4. Risk trend updated, anomaly detector fed, predictive forecaster updated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5. Agent Activity Feed logs each step — sensor scan, permit audit, maintenance check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6. WebSocket broadcasts full state + risk to all connected frontend clients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7. Alert dispatcher sends notifications for high-severity events (console / Slack / email / SMS)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The WebSocket reconnects with exponential backoff (1s base, 30s max, 20 retries). A 3-second debounce prevents brief reconnection flashes on the disconnected banner.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Authentication &amp;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JWT Authentication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Token-based auth with HS256 signing</a:t>
            </a:r>
            <a:br/>
            <a:r>
              <a:t>Access tokens: configurable expiry (default 24h)</a:t>
            </a:r>
            <a:br/>
            <a:r>
              <a:t>Refresh tokens: 7-day rotation, revocable</a:t>
            </a:r>
            <a:br/>
            <a:r>
              <a:t>Automatic injection via authFetch.js interceptor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47472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Role-Based 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4 roles with granular permissions:</a:t>
            </a:r>
            <a:br/>
            <a:r>
              <a:t>  admin — full access + user management</a:t>
            </a:r>
            <a:br/>
            <a:r>
              <a:t>  safety_officer — read/write/emergency</a:t>
            </a:r>
            <a:br/>
            <a:r>
              <a:t>  operator — read/write permits</a:t>
            </a:r>
            <a:br/>
            <a:r>
              <a:t>  viewer — read-only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47472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Security Hardening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8288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API key verification on write endpoints</a:t>
            </a:r>
            <a:br/>
            <a:r>
              <a:t>Rate limiting (100 req/min per IP)</a:t>
            </a:r>
            <a:br/>
            <a:r>
              <a:t>Audit trail for all auth events</a:t>
            </a:r>
            <a:br/>
            <a:r>
              <a:t>No secrets in code — all via .env</a:t>
            </a:r>
            <a:br/>
            <a:r>
              <a:t>Default JWT_SECRET warning at startup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5029200" cy="18288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Default Credentials (for evaluation)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admin / admin123 — full admin access</a:t>
            </a:r>
            <a:br/>
            <a:r>
              <a:t>safety_officer / safety_officer123 — safety operations</a:t>
            </a:r>
            <a:br/>
            <a:r>
              <a:t>operator / operator123 — shift operator</a:t>
            </a:r>
            <a:br/>
            <a:r>
              <a:t>viewer / viewer123 — read-only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5303520" cy="18288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251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WebSocket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720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Token passed as ?token= query parameter</a:t>
            </a:r>
            <a:br/>
            <a:r>
              <a:t>Server validates JWT on every connection</a:t>
            </a:r>
            <a:br/>
            <a:r>
              <a:t>Exponential backoff reconnection (20 retries)</a:t>
            </a:r>
            <a:br/>
            <a:r>
              <a:t>Intentional disconnect flag prevents reconnect storms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Technical Challenges 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Chunk Loading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Removed React.lazy() — all components imported directly to avoid webpack chunk load errors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API Authorization (401)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Global authFetch.js interceptor auto-injects Bearer token on every /api/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CORS in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Added 'proxy': 'http://localhost:8000' to frontend package.json for seamless dev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Backend 500 — Digital Twin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Fixed _trend_direction: was multiplying dict by float — now extracts score key correctly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Anomalies Endpoint Hanging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Wrapped IsolationForest scan_all() in asyncio.to_thread() to unblock event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566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Emergency Log 'undefined'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8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entry.msg -&gt; entry.text — corrected response field 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Dashboard Loading Flash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377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initialLoad ref prevents 'Loading...' state on 5-second interval refetch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Disconnected Banner Flash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9377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3-second debounce before showing 'Disconnected — showing cached data'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60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Data Binding — Safety Scores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3504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data.data.zones -&gt; data.zones — API returns zones at root, not nested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API Surface (55+ Endpoints)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Interactive Swagger docs at /docs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Health &amp; 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/api/health, /api/auth/login, /api/auth/register, /api/auth/me, /api/auth/refresh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Plant &amp; Sensors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10312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/api/plant/state, /api/sensors, /api/sensors/zone/{id}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Risk &amp; Alerts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10312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/api/risk/current, /api/risk/alerts, /api/risk-trend, /api/alerts/triage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Permits &amp;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/api/permits, /api/compliance/audit, /api/compliance/trend, /api/health-index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383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Digital Twin &amp;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576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/api/digital-twin, /api/cost-of-safety, /api/anomalies, /api/forecast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383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Emergency &amp; What-If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576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/api/emergency/trigger, /api/emergency/active, /api/what-if/scenarios, /api/what-if/apply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937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Personnel &amp;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21208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/api/personnel/locations, /api/environmental/metrics, /api/safety/observations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937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Admin &amp; Reports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21208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/api/admin/users, /api/audit/log, /api/reports/regulatory/{std}, /api/capa/statistics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937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Chat &amp; 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21208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/api/chat, /api/kg/query, /api/activity-feed, /api/incident-patterns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All endpoints protected by JWT + RBAC. Write endpoints additionally require X-API-Key header. Rate limited to 100 req/min/IP.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Testing &amp;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Test Suite (56 pytest tests)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Compound Risk Engine — risk scoring, alert generation, severity levels</a:t>
            </a:r>
            <a:br/>
            <a:r>
              <a:t>Quality Compliance — 32-check audit, severity mapping, weighted scoring</a:t>
            </a:r>
            <a:br/>
            <a:r>
              <a:t>What-If Simulator — scenario application, reset, custom overrides</a:t>
            </a:r>
            <a:br/>
            <a:r>
              <a:t>Emergency Response — trigger, mustering, resolution lifecycle</a:t>
            </a:r>
            <a:br/>
            <a:r>
              <a:t>Incident Patterns — type/zone/cause discovery, trend statistics</a:t>
            </a:r>
            <a:br/>
            <a:r>
              <a:t>Digital Twin — KPI aggregation, trend direction analysis</a:t>
            </a:r>
            <a:br/>
            <a:r>
              <a:t>Anomaly Detection — Isolation Forest scoring, z-score computation</a:t>
            </a:r>
            <a:br/>
            <a:r>
              <a:t>Root Cause Analysis — causal chain, confidence scoring</a:t>
            </a:r>
            <a:br/>
            <a:r>
              <a:t>Synthetic Data Generator — sensor values, permit lifecycle, zone risks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Deployment Options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Docker: docker compose up -d (backend :8000, frontend :80)</a:t>
            </a:r>
            <a:br/>
            <a:r>
              <a:t>Manual: pip install + uvicorn (backend), npm install + npm start (frontend)</a:t>
            </a:r>
            <a:br/>
            <a:r>
              <a:t>AWS: http://13.59.83.134 (EC2 t2.micro, Docker)</a:t>
            </a:r>
            <a:br/>
            <a:br/>
            <a:r>
              <a:t>Requirements:</a:t>
            </a:r>
            <a:br/>
            <a:r>
              <a:t>  Python 3.13+, Node 20+</a:t>
            </a:r>
            <a:br/>
            <a:r>
              <a:t>  Core: fastapi, uvicorn, sqlalchemy, aiosqlite, numpy, pyjwt, bcrypt</a:t>
            </a:r>
            <a:br/>
            <a:r>
              <a:t>  ML (optional): scikit-learn for anomaly detection &amp; forecasting</a:t>
            </a:r>
            <a:br/>
            <a:r>
              <a:t>  Vision (optional): opencv-python, ultralytics for camera integration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78992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53"/>
                </a:solidFill>
                <a:latin typeface="Calibri"/>
              </a:defRPr>
            </a:pPr>
            <a:r>
              <a:t>Project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10424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backend/ — 30+ Python modules (agents, orchestrators, ML models, auth, database)</a:t>
            </a:r>
            <a:br/>
            <a:r>
              <a:t>frontend/ — 25+ React components, WebSocket store, auth interceptor, theme system</a:t>
            </a:r>
            <a:br/>
            <a:r>
              <a:t>Root: docker-compose.yml, render.yaml, Makefile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2286000"/>
            <a:ext cx="4114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DDEE"/>
                </a:solidFill>
                <a:latin typeface="Calibri"/>
              </a:defRPr>
            </a:pPr>
            <a:r>
              <a:t>ZeroHarm AI — Industrial Safety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99AA"/>
                </a:solidFill>
                <a:latin typeface="Calibri"/>
              </a:defRPr>
            </a:pPr>
            <a:r>
              <a:t>ET AI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9EFF"/>
                </a:solidFill>
                <a:latin typeface="Calibri"/>
              </a:defRPr>
            </a:pPr>
            <a:r>
              <a:t>Created by Shivam Kumar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9EFF"/>
                </a:solidFill>
                <a:latin typeface="Calibri"/>
              </a:defRPr>
            </a:pPr>
            <a:r>
              <a:t>Live Demo: http://13.59.83.134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